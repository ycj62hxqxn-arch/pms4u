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1B15C"/>
                </a:solidFill>
              </a:defRPr>
            </a:pPr>
            <a:r>
              <a:t>الفقه المقارن ليس تراثًا… بل نظام حوكمة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>
                <a:solidFill>
                  <a:srgbClr val="F5F5F7"/>
                </a:solidFill>
              </a:defRPr>
            </a:pPr>
            <a:r>
              <a:t>سبق أنظمة الذكاء الاصطناعي بقرون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1B15C"/>
                </a:solidFill>
              </a:defRPr>
            </a:pPr>
            <a:r>
              <a:t>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>
                <a:solidFill>
                  <a:srgbClr val="F5F5F7"/>
                </a:solidFill>
              </a:defRPr>
            </a:pPr>
            <a:r>
              <a:t>أنظمة AI اليوم: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تعتمد على نموذج واحد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أو منطق واحد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النتيجة: هشاشة في القرار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1B15C"/>
                </a:solidFill>
              </a:defRPr>
            </a:pPr>
            <a:r>
              <a:t>السؤال الحقيقي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>
                <a:solidFill>
                  <a:srgbClr val="F5F5F7"/>
                </a:solidFill>
              </a:defRPr>
            </a:pPr>
            <a:r>
              <a:t>ماذا يحدث عندما: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تختلف النماذج؟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تتعارض النتائج؟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يتغير السياق؟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1B15C"/>
                </a:solidFill>
              </a:defRPr>
            </a:pPr>
            <a:r>
              <a:t>هنا يظهر الفقه المقارن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>
                <a:solidFill>
                  <a:srgbClr val="F5F5F7"/>
                </a:solidFill>
              </a:defRPr>
            </a:pPr>
            <a:r>
              <a:t>لا يبحث عن “إجابة واحدة”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بل يدير الاختلاف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1B15C"/>
                </a:solidFill>
              </a:defRPr>
            </a:pPr>
            <a:r>
              <a:t>Multi-Model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>
                <a:solidFill>
                  <a:srgbClr val="F5F5F7"/>
                </a:solidFill>
              </a:defRPr>
            </a:pPr>
            <a:r>
              <a:t>• مدارس متعددة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آراء مختلفة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نفس المسألة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ومع ذلك: القرار ممكن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1B15C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>
                <a:solidFill>
                  <a:srgbClr val="F5F5F7"/>
                </a:solidFill>
              </a:defRPr>
            </a:pPr>
            <a:r>
              <a:t>BIG G → مصدر الشرعية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RAM → تحقق من الصلاحية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QGED → تنفيذ القرار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1B15C"/>
                </a:solidFill>
              </a:defRPr>
            </a:pPr>
            <a:r>
              <a:t>الترجيح (Tarjih)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>
                <a:solidFill>
                  <a:srgbClr val="F5F5F7"/>
                </a:solidFill>
              </a:defRPr>
            </a:pPr>
            <a:r>
              <a:t>اختيار أفضل رأي بناءً على: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السياق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المصلحة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الأدلة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هذا هو الـ Decision Engine الحقيقي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1B15C"/>
                </a:solidFill>
              </a:defRPr>
            </a:pPr>
            <a:r>
              <a:t>بدون هذا النظام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>
                <a:solidFill>
                  <a:srgbClr val="F5F5F7"/>
                </a:solidFill>
              </a:defRPr>
            </a:pPr>
            <a:r>
              <a:t>• الأنظمة الحديثة تختار بدون تفسير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أو تفرض نموذجًا واحدًا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النتيجة: Authority Leakage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1B15C"/>
                </a:solidFill>
              </a:defRPr>
            </a:pPr>
            <a:r>
              <a:t>الربط مع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>
                <a:solidFill>
                  <a:srgbClr val="F5F5F7"/>
                </a:solidFill>
              </a:defRPr>
            </a:pPr>
            <a:r>
              <a:t>• Multi-model reasoning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Context awareness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• Authority validation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بالضبط ما يفعله الفقه المقارن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D1B15C"/>
                </a:solidFill>
              </a:defRPr>
            </a:pPr>
            <a:r>
              <a:t>الخلاصة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>
                <a:solidFill>
                  <a:srgbClr val="F5F5F7"/>
                </a:solidFill>
              </a:defRPr>
            </a:pPr>
            <a:r>
              <a:t>المستقبل ليس نموذجًا أقوى…</a:t>
            </a:r>
          </a:p>
          <a:p>
            <a:pPr algn="r">
              <a:defRPr sz="2800">
                <a:solidFill>
                  <a:srgbClr val="B7B7C0"/>
                </a:solidFill>
              </a:defRPr>
            </a:pPr>
            <a:r>
              <a:t>بل نظام حوكمة أقوى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